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109728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第4课 · 分析篇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技能实在太多了，到底装哪个？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WorkBuddy 3 万多个 skill 的全量分析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31,740 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全量拉取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1,380 万次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总使用量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小时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0" y="5806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爬取用时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E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钩子 · 共情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别一个个翻了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WorkBuddy：3 万多个 skill，翻半天挑不出来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Coze 上也一样：技能越多，越不知道装哪个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9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一个个翻，翻到崩溃也翻不完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万多个 skill，一个个翻，翻到崩溃也翻不完。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我用 AI，两个小时全扒下来了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31,740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全量拉取条数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 31,940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4256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62856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2856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基本就是全量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1600200"/>
            <a:ext cx="3511296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1600200"/>
            <a:ext cx="3511296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348472" y="1828800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小时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48472" y="25146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爬取用时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8472" y="288036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人只做判断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按使用量排序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按分类、来源分层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4837176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按打工人日常能不能用上过滤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方法就一句：让 AI 干爬数据的活，人只做判断。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市场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87% 的 skill，都是最近两个月冒出来的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1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5" y="1508760"/>
            <a:ext cx="10886126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月一个月上 1.3 万个，10 月又 1.8 万个。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集中度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100 名，占了 73% 的使用量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2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71" y="1508760"/>
            <a:ext cx="10681753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100 名只占 0.3%，却占了 73% 的使用量。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分层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22 个，占了一半以上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3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8812"/>
            <a:ext cx="11094415" cy="37718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 22 个占一半以上，剩下 3 万多个分剩下的。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长尾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88% 的 skill，不足 100 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4_long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8236"/>
            <a:ext cx="11094415" cy="39330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88% 的 skill 不足 100 次，上架基本等于没上架。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解读 · 为什么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人多不代表用得多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5_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7675"/>
            <a:ext cx="11094415" cy="41141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个人开发者 3 万多个，平均才 286 次。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榜单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下载量最大的 15 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6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535" y="1508760"/>
            <a:ext cx="9260625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15 个里，办公场景占一半以上。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分类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大家最后都只用哪几类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7_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2529"/>
            <a:ext cx="11094415" cy="40644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效率工具 687 万次，办公协同 510 万次，遥遥领先。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 · 人群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一半以上的使用量，是打工人贡献的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来源：WorkBuddy 客户端技能市场，采集 2026-10-26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11/12</a:t>
            </a:r>
            <a:endParaRPr lang="en-US" sz="1100" dirty="0"/>
          </a:p>
        </p:txBody>
      </p:sp>
      <p:pic>
        <p:nvPicPr>
          <p:cNvPr id="7" name="Image 0" descr="/home/hatch/workspace/skill-market-research/charts/slide/s08_audi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8859"/>
            <a:ext cx="11094415" cy="40117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按使用量排，再按打工人日常能不能用上过滤。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过渡 · 附录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筛完，剩下这 8 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4415" cy="18288"/>
          </a:xfrm>
          <a:prstGeom prst="rect">
            <a:avLst/>
          </a:prstGeom>
          <a:solidFill>
            <a:srgbClr val="D0D7DE"/>
          </a:solidFill>
          <a:ln/>
        </p:spPr>
      </p:sp>
      <p:sp>
        <p:nvSpPr>
          <p:cNvPr id="5" name="Text 3"/>
          <p:cNvSpPr/>
          <p:nvPr/>
        </p:nvSpPr>
        <p:spPr>
          <a:xfrm>
            <a:off x="11000232" y="6473952"/>
            <a:ext cx="685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12/12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下次一页页翻给你看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数据口径：来源 WorkBuddy 客户端技能市场，采集 2026-10-26，使用量口径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skill 可挂多个分类，分类数量合计大于 skill 总数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人群足迹跨人群有重叠，数字为相对比较；上架时间可能被重提重置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indent="0" marL="0">
              <a:buNone/>
            </a:pPr>
            <a:r>
              <a:rPr lang="en-US" sz="1700" dirty="0">
                <a:solidFill>
                  <a:srgbClr val="1A20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转化率口径不一，仅作相对参考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89788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按使用量排，再按打工人日常过滤，筛完剩下这 8 个。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技能实在太多了，到底装哪个？</dc:title>
  <dc:subject>PptxGenJS Presentation</dc:subject>
  <dc:creator>PptxGenJS</dc:creator>
  <cp:lastModifiedBy>PptxGenJS</cp:lastModifiedBy>
  <cp:revision>1</cp:revision>
  <dcterms:created xsi:type="dcterms:W3CDTF">2026-10-31T09:48:30Z</dcterms:created>
  <dcterms:modified xsi:type="dcterms:W3CDTF">2026-10-31T09:48:30Z</dcterms:modified>
</cp:coreProperties>
</file>