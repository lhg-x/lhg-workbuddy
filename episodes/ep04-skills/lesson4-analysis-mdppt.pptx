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别一个个翻了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打开 WorkBuddy：3 万多个 skill，翻半天挑不出来</a:t>
            </a:r>
          </a:p>
          <a:p>
            <a:r>
              <a:rPr sz="2200" b="0">
                <a:latin typeface="微软雅黑"/>
              </a:rPr>
              <a:t>•  Coze 上也一样：技能越多，越不知道装哪个</a:t>
            </a:r>
          </a:p>
          <a:p>
            <a:r>
              <a:rPr sz="2200" b="0">
                <a:latin typeface="微软雅黑"/>
              </a:rPr>
              <a:t>•  一个个翻，翻到崩溃也翻不完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我用 AI，两个小时全扒下来了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全量拉取：31,740 条（服务端 31,940，覆盖率 99.4%）</a:t>
            </a:r>
          </a:p>
          <a:p>
            <a:r>
              <a:rPr sz="2200" b="0">
                <a:latin typeface="微软雅黑"/>
              </a:rPr>
              <a:t>•  按使用量排序</a:t>
            </a:r>
          </a:p>
          <a:p>
            <a:r>
              <a:rPr sz="2200" b="0">
                <a:latin typeface="微软雅黑"/>
              </a:rPr>
              <a:t>•  按分类、来源分层</a:t>
            </a:r>
          </a:p>
          <a:p>
            <a:r>
              <a:rPr sz="2200" b="0">
                <a:latin typeface="微软雅黑"/>
              </a:rPr>
              <a:t>•  按打工人日常能不能用上过滤</a:t>
            </a:r>
          </a:p>
          <a:p>
            <a:r>
              <a:rPr sz="2200" b="1">
                <a:solidFill>
                  <a:srgbClr val="1F4E79"/>
                </a:solidFill>
                <a:latin typeface="微软雅黑"/>
              </a:rPr>
              <a:t>结论：方法就一句：让 AI 干爬数据的活，人只做判断。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下载量最大的 5 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62000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技能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使用量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PDF 文档处理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111 万次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AI交付前自检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93 万次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NeoData金融搜索服务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76 万次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Skill安全审计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66 万次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Excel 表格处理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59 万次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为什么偏偏是它们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天天用的办公刚需：PDF、Excel、PPT、Word 全是办公场景</a:t>
            </a:r>
          </a:p>
          <a:p>
            <a:r>
              <a:rPr sz="2200" b="0">
                <a:latin typeface="微软雅黑"/>
              </a:rPr>
              <a:t>•  解决具体痛点：自检怕出错，去AI味怕被认出是 AI 写的</a:t>
            </a:r>
          </a:p>
          <a:p>
            <a:r>
              <a:rPr sz="2200" b="0">
                <a:latin typeface="微软雅黑"/>
              </a:rPr>
              <a:t>•  最火的不是大厂做的：个人开发者占 31,556 个（99.4%），前两名都是个人开发者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3 万多个 skill，都分布在哪些分类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62000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分类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数量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效率工具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15,334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办公协同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7,681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商业运营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7,418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内容创作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6,714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数据分析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4,933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大家最后都只用哪几类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前 100 名占 73%，前 1000 名占 92%</a:t>
            </a:r>
          </a:p>
          <a:p>
            <a:r>
              <a:rPr sz="2200" b="0">
                <a:latin typeface="微软雅黑"/>
              </a:rPr>
              <a:t>•  60% 的 skill 总使用量不到 10 次，其中 5062 个是 0 次</a:t>
            </a:r>
          </a:p>
          <a:p>
            <a:r>
              <a:rPr sz="2200" b="0">
                <a:latin typeface="微软雅黑"/>
              </a:rPr>
              <a:t>•  最火的两个，都不在官方精选 21 个名单里</a:t>
            </a:r>
          </a:p>
          <a:p>
            <a:r>
              <a:rPr sz="2200" b="0">
                <a:latin typeface="微软雅黑"/>
              </a:rPr>
              <a:t>•  打工人日常就四样：文档、表格、演示、知识库</a:t>
            </a:r>
          </a:p>
          <a:p>
            <a:r>
              <a:rPr sz="2200" b="1">
                <a:solidFill>
                  <a:srgbClr val="1F4E79"/>
                </a:solidFill>
                <a:latin typeface="微软雅黑"/>
              </a:rPr>
              <a:t>结论：结论：大家只用头部那几个，挑 skill 看使用量，别只看精选。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筛完，剩下这 8 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下次一页页翻给你看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来源：WorkBuddy 客户端技能市场，采集 2026-10-26，使用量口径</a:t>
            </a:r>
          </a:p>
          <a:p>
            <a:r>
              <a:rPr sz="2200" b="0">
                <a:latin typeface="微软雅黑"/>
              </a:rPr>
              <a:t>•  一个 skill 可挂多个分类，分类数量合计大于 skill 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